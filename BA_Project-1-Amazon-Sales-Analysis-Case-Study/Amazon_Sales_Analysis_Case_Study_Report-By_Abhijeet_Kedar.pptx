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31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6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35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0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0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2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7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7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1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8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969" y="1170038"/>
            <a:ext cx="6941985" cy="2942589"/>
          </a:xfrm>
        </p:spPr>
        <p:txBody>
          <a:bodyPr anchor="ctr">
            <a:normAutofit/>
          </a:bodyPr>
          <a:lstStyle/>
          <a:p>
            <a:r>
              <a:rPr lang="en-US" dirty="0"/>
              <a:t>Business Analyst Case Study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05040" y="3824747"/>
            <a:ext cx="3133919" cy="1467751"/>
          </a:xfrm>
        </p:spPr>
        <p:txBody>
          <a:bodyPr anchor="ctr">
            <a:normAutofit/>
          </a:bodyPr>
          <a:lstStyle/>
          <a:p>
            <a:pPr algn="l"/>
            <a:r>
              <a:rPr dirty="0"/>
              <a:t>Prepared By: Abhijeet Kedar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Analyze sales and glance data to identify insights and opportunities.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Records: 41,115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Glance Records: 40,745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SKUs: 465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Categories: 10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Subcategories: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609600"/>
            <a:ext cx="7406640" cy="135636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1 – Most Expensive SKU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SKU: C03CBL[721</a:t>
            </a:r>
            <a:endParaRPr lang="en-IN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ASP: 973.93</a:t>
            </a:r>
            <a:endParaRPr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Revenue: 575,044.59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Sold: 501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ASP observed.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2 – SKU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Revenue-generating SKUs: 365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Revenue-generating rate: 78.49%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Stopped-selling analysis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3 &amp; 4 – Sale Event Analysis</a:t>
            </a:r>
            <a:endParaRPr lang="fr-FR" sz="3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 Event Dates: 15-Jul-2019 and 16-Jul-2019</a:t>
            </a:r>
          </a:p>
          <a:p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spikes observed.</a:t>
            </a:r>
          </a:p>
          <a:p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strong evidence of severe post-event cannibalization.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0791-C6F5-6EDC-F62B-88386536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37378F-A820-8F84-4BD6-6CD652697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194" y="750719"/>
            <a:ext cx="8197611" cy="535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1A17-658C-96D3-7B62-DD53281B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6FF8E6-14DE-10AE-2A0C-3BEB50D9E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160" y="996696"/>
            <a:ext cx="8261680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9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2590-2EAF-7564-3D0A-B300B251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D5B1E-3E1B-81C4-5E58-2282F25C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22" y="954024"/>
            <a:ext cx="8475755" cy="49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8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5 – Category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Concerning Subcategory: Keyboards - DELETED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Growth: 64.30%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 Growth: -99.20%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6 – Data Quality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Zero-unit records</a:t>
            </a:r>
          </a:p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Discontinued or Inactive Subcategories</a:t>
            </a:r>
          </a:p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Presence of "DELETED" in Product Hierarchy</a:t>
            </a:r>
          </a:p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 Between Sales and Glance Records</a:t>
            </a:r>
          </a:p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Unusually High Growth Rates</a:t>
            </a:r>
          </a:p>
          <a:p>
            <a:endParaRPr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7 – ASP vs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SKU: C120[H:8NV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Correlation: 0.006345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meaningful relationship between ASP and conversion.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underperforming subcategories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data quality controls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sale events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demand drivers beyond pricing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 event identified.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significant cannibalization.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Keyboards - DELETED requires attention.</a:t>
            </a:r>
          </a:p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 had negligible impact on conversion.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 Abhijeet Kedar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41</TotalTime>
  <Words>238</Words>
  <Application>Microsoft Office PowerPoint</Application>
  <PresentationFormat>On-screen Show (4:3)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Corbel</vt:lpstr>
      <vt:lpstr>Basis</vt:lpstr>
      <vt:lpstr>Business Analyst Case Study Analysis</vt:lpstr>
      <vt:lpstr>Project Overview</vt:lpstr>
      <vt:lpstr>Question 1 – Most Expensive SKU</vt:lpstr>
      <vt:lpstr>Question 2 – SKU Performance</vt:lpstr>
      <vt:lpstr>Question 3 &amp; 4 – Sale Event Analysis</vt:lpstr>
      <vt:lpstr>PowerPoint Presentation</vt:lpstr>
      <vt:lpstr>PowerPoint Presentation</vt:lpstr>
      <vt:lpstr>PowerPoint Presentation</vt:lpstr>
      <vt:lpstr>Question 5 – Category Growth</vt:lpstr>
      <vt:lpstr>Question 6 – Data Quality Issues</vt:lpstr>
      <vt:lpstr>Question 7 – ASP vs Conversion</vt:lpstr>
      <vt:lpstr>Business Recommendations</vt:lpstr>
      <vt:lpstr>Executive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Kedar</dc:creator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2026-06-19T09:52:43Z</dcterms:modified>
  <cp:category/>
</cp:coreProperties>
</file>